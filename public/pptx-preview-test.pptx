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8F4E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>
                <a:solidFill>
                  <a:srgbClr val="243B36"/>
                </a:solidFill>
              </a:rPr>
              <a:t>Preview test - slide 1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DEA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>
                <a:solidFill>
                  <a:srgbClr val="243B36"/>
                </a:solidFill>
              </a:rPr>
              <a:t>Preview test - slide 2</a:t>
            </a:r>
          </a:p>
        </p:txBody>
      </p:sp>
    </p:spTree>
  </p:cSld>
</p:sld>
</file>